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5" r:id="rId5"/>
    <p:sldId id="273" r:id="rId6"/>
    <p:sldId id="275" r:id="rId7"/>
    <p:sldId id="277" r:id="rId8"/>
    <p:sldId id="27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1684AA-3BF4-313E-6D50-9B4A1B9F2F2E}" v="56" dt="2025-12-24T07:27:26.559"/>
    <p1510:client id="{B92A89F4-8888-97CE-1676-A6F727654D63}" v="12" dt="2025-12-24T07:24:31.9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Backend Frameworks – Final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B2B Wholesale Order Processing System</a:t>
            </a:r>
          </a:p>
          <a:p>
            <a:r>
              <a:rPr dirty="0"/>
              <a:t>Student Name</a:t>
            </a:r>
            <a:r>
              <a:rPr lang="en-US" dirty="0"/>
              <a:t> : Sujan C</a:t>
            </a:r>
            <a:r>
              <a:rPr dirty="0"/>
              <a:t> </a:t>
            </a:r>
            <a:endParaRPr lang="en-US" dirty="0"/>
          </a:p>
          <a:p>
            <a:r>
              <a:rPr dirty="0"/>
              <a:t>Register No</a:t>
            </a:r>
            <a:r>
              <a:rPr lang="en-US" dirty="0"/>
              <a:t> : 2403727710421270</a:t>
            </a:r>
            <a:endParaRPr dirty="0"/>
          </a:p>
          <a:p>
            <a:r>
              <a:rPr dirty="0"/>
              <a:t>Department </a:t>
            </a:r>
            <a:r>
              <a:rPr lang="en-US" dirty="0"/>
              <a:t>: Computer Science Engineering </a:t>
            </a:r>
          </a:p>
          <a:p>
            <a:r>
              <a:rPr dirty="0"/>
              <a:t>Institution</a:t>
            </a:r>
            <a:r>
              <a:rPr lang="en-US" dirty="0"/>
              <a:t> : Sri Krishna Institution</a:t>
            </a:r>
            <a:endParaRPr dirty="0"/>
          </a:p>
          <a:p>
            <a:r>
              <a:rPr dirty="0"/>
              <a:t>Academic Year</a:t>
            </a:r>
            <a:r>
              <a:rPr lang="en-US" dirty="0"/>
              <a:t> : 2024-2028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Challenges with manual order tracking, fragmented supplier data, and difficulty in managing inventory returns efficiently in a B2B environment.</a:t>
            </a:r>
          </a:p>
          <a:p>
            <a:r>
              <a:rPr dirty="0"/>
              <a:t>Need for a centralized system to manage large-scale wholesale transactions and real-time inventory updates.</a:t>
            </a:r>
          </a:p>
          <a:p>
            <a:r>
              <a:rPr dirty="0"/>
              <a:t>Inaccurate inventory levels, delayed order pro</a:t>
            </a:r>
            <a:r>
              <a:rPr lang="en-IN" dirty="0"/>
              <a:t>c</a:t>
            </a:r>
            <a:r>
              <a:rPr dirty="0" err="1"/>
              <a:t>essing</a:t>
            </a:r>
            <a:r>
              <a:rPr dirty="0"/>
              <a:t>, and lack of transparency in supplier relations. by the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Developed using a 3-layer architecture (Controller, Service, Repository) for better maintainability.</a:t>
            </a:r>
          </a:p>
          <a:p>
            <a:r>
              <a:rPr dirty="0"/>
              <a:t>Exposed CRUD endpoints for Products, Suppliers, Orders, and Returns.</a:t>
            </a:r>
          </a:p>
          <a:p>
            <a:r>
              <a:rPr dirty="0"/>
              <a:t>Used Spring Data JPA with Hibernate for sea</a:t>
            </a:r>
            <a:r>
              <a:rPr lang="en-US" dirty="0"/>
              <a:t>m</a:t>
            </a:r>
            <a:r>
              <a:rPr dirty="0"/>
              <a:t>less database interaction.</a:t>
            </a:r>
          </a:p>
          <a:p>
            <a:r>
              <a:rPr dirty="0"/>
              <a:t>Applied validation and exception handling for robust API behavior.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Entity Relationship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Product to Details (1:1), if applicable.</a:t>
            </a:r>
          </a:p>
          <a:p>
            <a:r>
              <a:rPr dirty="0"/>
              <a:t>Supplier to </a:t>
            </a:r>
            <a:r>
              <a:rPr dirty="0" err="1"/>
              <a:t>PurchaseOrder</a:t>
            </a:r>
            <a:r>
              <a:rPr dirty="0"/>
              <a:t> (1:N), </a:t>
            </a:r>
            <a:r>
              <a:rPr dirty="0" err="1"/>
              <a:t>PurchaseOrder</a:t>
            </a:r>
            <a:r>
              <a:rPr dirty="0"/>
              <a:t> to Items (1:N).</a:t>
            </a:r>
          </a:p>
          <a:p>
            <a:r>
              <a:rPr dirty="0"/>
              <a:t>Products across multiple Orders handled via </a:t>
            </a:r>
            <a:r>
              <a:rPr dirty="0" err="1"/>
              <a:t>PurchaseOrderItem</a:t>
            </a:r>
            <a:r>
              <a:rPr dirty="0"/>
              <a:t>.</a:t>
            </a:r>
          </a:p>
          <a:p>
            <a:r>
              <a:rPr dirty="0"/>
              <a:t>JPA Annot</a:t>
            </a:r>
            <a:r>
              <a:rPr lang="en-US" dirty="0"/>
              <a:t>a</a:t>
            </a:r>
            <a:r>
              <a:rPr dirty="0"/>
              <a:t>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dirty="0"/>
              <a:t>Complete backend logic for B2B workflows including Order Placement, Supplier Management, and Return Processing. through API execution demo on Postman</a:t>
            </a:r>
          </a:p>
          <a:p>
            <a:r>
              <a:rPr dirty="0"/>
              <a:t>Structured for token-based security and role-based access in future modules. &amp; JWT Token Flow</a:t>
            </a:r>
          </a:p>
          <a:p>
            <a:r>
              <a:rPr dirty="0"/>
              <a:t>Secured Endpoints</a:t>
            </a:r>
          </a:p>
          <a:p>
            <a:r>
              <a:rPr dirty="0"/>
              <a:t>R</a:t>
            </a:r>
            <a:r>
              <a:rPr lang="en-US" dirty="0"/>
              <a:t>B</a:t>
            </a:r>
            <a:r>
              <a:rPr dirty="0"/>
              <a:t>AC &amp; Logging 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Outcomes Achieved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Successfully implemented a scalable backend for wholesale operations.</a:t>
            </a:r>
          </a:p>
          <a:p>
            <a:r>
              <a:rPr dirty="0"/>
              <a:t>Validation-driven APIs ensuring data integrity.</a:t>
            </a:r>
          </a:p>
          <a:p>
            <a:r>
              <a:rPr dirty="0"/>
              <a:t>Decoupled logic using Spring Boot best practices.</a:t>
            </a:r>
          </a:p>
          <a:p>
            <a:r>
              <a:rPr dirty="0"/>
              <a:t>Easy to extend with Swagger, Docker, or Cloud </a:t>
            </a:r>
            <a:r>
              <a:rPr lang="en-US" dirty="0"/>
              <a:t>d</a:t>
            </a:r>
            <a:r>
              <a:rPr dirty="0"/>
              <a:t>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Planned integration for interactive API documentation.</a:t>
            </a:r>
          </a:p>
          <a:p>
            <a:r>
              <a:rPr dirty="0"/>
              <a:t>Securing endpoints based on Admin and Supplier roles.</a:t>
            </a:r>
          </a:p>
          <a:p>
            <a:r>
              <a:rPr dirty="0"/>
              <a:t>Caching</a:t>
            </a:r>
          </a:p>
          <a:p>
            <a:r>
              <a:rPr dirty="0"/>
              <a:t>Cloud Deployment</a:t>
            </a:r>
          </a:p>
          <a:p>
            <a:r>
              <a:rPr dirty="0" err="1"/>
              <a:t>Dockerization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comprehensive B2B solution for managing the end-to-end lifecycle of wholesale orders.</a:t>
            </a:r>
          </a:p>
          <a:p>
            <a:r>
              <a:t>Deep understanding of Spring Boot, JPA relationships, and REST API design.</a:t>
            </a:r>
          </a:p>
          <a:p>
            <a:r>
              <a:t>Final Remarks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324</Words>
  <Application>Microsoft Office PowerPoint</Application>
  <PresentationFormat>On-screen Show (4:3)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Backend Frameworks – Final Project</vt:lpstr>
      <vt:lpstr>Problem Statement</vt:lpstr>
      <vt:lpstr>Objectives</vt:lpstr>
      <vt:lpstr>Entity Relationship Mapping</vt:lpstr>
      <vt:lpstr>Implementation</vt:lpstr>
      <vt:lpstr>Outcomes Achieved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Sujan C</cp:lastModifiedBy>
  <cp:revision>13</cp:revision>
  <dcterms:created xsi:type="dcterms:W3CDTF">2013-01-27T09:14:16Z</dcterms:created>
  <dcterms:modified xsi:type="dcterms:W3CDTF">2025-12-27T03:33:17Z</dcterms:modified>
  <cp:category/>
</cp:coreProperties>
</file>